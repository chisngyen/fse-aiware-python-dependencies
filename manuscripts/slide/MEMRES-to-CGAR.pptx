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cmus.edu.vn" TargetMode="External"/><Relationship Id="rId3" Type="http://schemas.openxmlformats.org/officeDocument/2006/relationships/hyperlink" Target="https://conf.researchr.org/home/fse-2026" TargetMode="External"/><Relationship Id="rId4" Type="http://schemas.openxmlformats.org/officeDocument/2006/relationships/hyperlink" Target="https://arxiv.org/abs/2604.16941" TargetMode="External"/><Relationship Id="rId5" Type="http://schemas.openxmlformats.org/officeDocument/2006/relationships/hyperlink" Target="https://chatgpt.com/share/6a2a3c91-5640-83ec-8761-25876b30abe3" TargetMode="External"/><Relationship Id="rId6" Type="http://schemas.openxmlformats.org/officeDocument/2006/relationships/hyperlink" Target="https://chatgpt.com/share/6a2a3c8b-93f8-83ec-9452-052ef1ef7e87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373B"/>
                </a:solidFill>
              </a:rPr>
              <a:t>Nguon hinh anh / Image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</a:rPr>
              <a:t>Logo HCMUS:  </a:t>
            </a:r>
            <a:r>
              <a:rPr sz="1600">
                <a:solidFill>
                  <a:srgbClr val="EB811B"/>
                </a:solidFill>
                <a:hlinkClick r:id="rId2"/>
              </a:rPr>
              <a:t>https://www.hcmus.edu.vn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</a:rPr>
              <a:t>Logo FSE 2026:  </a:t>
            </a:r>
            <a:r>
              <a:rPr sz="1600">
                <a:solidFill>
                  <a:srgbClr val="EB811B"/>
                </a:solidFill>
                <a:hlinkClick r:id="rId3"/>
              </a:rPr>
              <a:t>https://conf.researchr.org/home/fse-2026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</a:rPr>
              <a:t>Figure: MEMRES pipeline (paper):  </a:t>
            </a:r>
            <a:r>
              <a:rPr sz="1600">
                <a:solidFill>
                  <a:srgbClr val="EB811B"/>
                </a:solidFill>
                <a:hlinkClick r:id="rId4"/>
              </a:rPr>
              <a:t>https://arxiv.org/abs/2604.16941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</a:rPr>
              <a:t>Minh hoa AI: CGAR overview:  </a:t>
            </a:r>
            <a:r>
              <a:rPr sz="1600">
                <a:solidFill>
                  <a:srgbClr val="EB811B"/>
                </a:solidFill>
                <a:hlinkClick r:id="rId5"/>
              </a:rPr>
              <a:t>https://chatgpt.com/share/6a2a3c91-5640-83ec-8761-25876b30abe3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</a:rPr>
              <a:t>Minh hoa AI: Session learning:  </a:t>
            </a:r>
            <a:r>
              <a:rPr sz="1600">
                <a:solidFill>
                  <a:srgbClr val="EB811B"/>
                </a:solidFill>
                <a:hlinkClick r:id="rId6"/>
              </a:rPr>
              <a:t>https://chatgpt.com/share/6a2a3c8b-93f8-83ec-9452-052ef1ef7e87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66666"/>
                </a:solidFill>
              </a:rPr>
              <a:t>Anh AI: link toi cuoc tro chuyen ChatGPT da sinh anh. Hinh tu paper / logo: link nguon chinh thuc.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